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Applied SHAP values to explain model predictions to medical professionals, ensuring trust and clinical relevance.</a:t>
            </a:r>
          </a:p>
          <a:p>
            <a:r>
              <a:rPr sz="1200"/>
              <a:t>Optimized clinical trial recruitment by identifying eligible patients through automated screening of electronic health records.</a:t>
            </a:r>
          </a:p>
          <a:p>
            <a:r>
              <a:rPr sz="1200"/>
              <a:t>Designed and validated machine learning pipelines for real-time monitoring of patient vitals in ICU settings.</a:t>
            </a:r>
          </a:p>
          <a:p>
            <a:r>
              <a:rPr sz="1200"/>
              <a:t>Published internal whitepapers on the ethical use of AI in healthcare and patient data privacy.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Elena is a Data Scientist in the Health &amp; Life Sciences practice, specializing in NLP and predictive modeling.</a:t>
            </a:r>
          </a:p>
          <a:p>
            <a:r>
              <a:rPr sz="1200" dirty="0"/>
              <a:t>She has extensive experience in applying machine learning to clinical data and medical records for improved patient outcomes.</a:t>
            </a:r>
          </a:p>
          <a:p>
            <a:r>
              <a:rPr sz="1200" dirty="0"/>
              <a:t>Elena holds a PhD in Bioinformatics from Johns Hopkins University.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Developed an NLP-based system to extract clinical insights from unstructured physician notes, achieving 92% accuracy.</a:t>
            </a:r>
          </a:p>
          <a:p>
            <a:r>
              <a:rPr sz="1200"/>
              <a:t>Built a predictive model for early detection of chronic conditions, enabling proactive intervention for high-risk patients.</a:t>
            </a:r>
          </a:p>
          <a:p>
            <a:r>
              <a:rPr sz="1200"/>
              <a:t>Implemented a RAG-based medical assistant to help clinicians navigate complex treatment guidelines.</a:t>
            </a:r>
          </a:p>
          <a:p>
            <a:r>
              <a:rPr sz="1200"/>
              <a:t>Led the data science component of a large-scale health record integration project for a national health authority.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Elena Rodriguez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Senior Manager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55 456 7890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elena.rodriguez@ae.ey.com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Natural Language Processing (NLP) using Transformers and BERT</a:t>
            </a:r>
          </a:p>
          <a:p>
            <a:r>
              <a:rPr sz="1200"/>
              <a:t>Predictive modeling with Scikit-learn, XGBoost, and LightGBM</a:t>
            </a:r>
          </a:p>
          <a:p>
            <a:r>
              <a:rPr sz="1200"/>
              <a:t>Deep Learning frameworks including TensorFlow and Keras</a:t>
            </a:r>
          </a:p>
          <a:p>
            <a:r>
              <a:rPr sz="1200"/>
              <a:t>Healthcare data standards (HL7, FHIR) and clinical coding</a:t>
            </a:r>
          </a:p>
          <a:p>
            <a:r>
              <a:rPr sz="1200"/>
              <a:t>Explainable AI (SHAP, LIME) for model transparency in healthcare</a:t>
            </a:r>
          </a:p>
          <a:p>
            <a:r>
              <a:rPr sz="1200"/>
              <a:t>Python (Pandas, NumPy, SciPy) for advanced data science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282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2026-02-06T13:28:21Z</dcterms:modified>
</cp:coreProperties>
</file>