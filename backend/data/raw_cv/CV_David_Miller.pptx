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Managed the selection and deployment of a data catalog tool to improve data discoverability and lineage.</a:t>
            </a:r>
          </a:p>
          <a:p>
            <a:r>
              <a:rPr sz="1200"/>
              <a:t>Advised on the establishment of a centralized Data Office, including role definitions and operating models.</a:t>
            </a:r>
          </a:p>
          <a:p>
            <a:r>
              <a:rPr sz="1200"/>
              <a:t>Developed data sharing policies and agreements to facilitate secure data exchange between government entities.</a:t>
            </a:r>
          </a:p>
          <a:p>
            <a:r>
              <a:rPr sz="1200"/>
              <a:t>Led change management programs to foster a data-driven culture within public sector organizations.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David is a Senior Consultant in the Government &amp; Public Sector practice, focusing on Data Strategy and Governance.</a:t>
            </a:r>
          </a:p>
          <a:p>
            <a:r>
              <a:rPr sz="1200" dirty="0"/>
              <a:t>He advises government entities on building modern data platforms and establishing robust data management frameworks.</a:t>
            </a:r>
          </a:p>
          <a:p>
            <a:r>
              <a:rPr sz="1200" dirty="0"/>
              <a:t>David holds a Master's in Public Policy and Data Science from Carnegie Mellon University.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Developed a comprehensive data strategy for a national ministry, aligning data initiatives with Vision 2030 goals.</a:t>
            </a:r>
          </a:p>
          <a:p>
            <a:r>
              <a:rPr sz="1200"/>
              <a:t>Led the implementation of a Snowflake-based data warehouse, consolidating data from 10+ disparate sources.</a:t>
            </a:r>
          </a:p>
          <a:p>
            <a:r>
              <a:rPr sz="1200"/>
              <a:t>Designed and implemented a data governance framework, including data stewardship and quality standards.</a:t>
            </a:r>
          </a:p>
          <a:p>
            <a:r>
              <a:rPr sz="1200"/>
              <a:t>Conducted data maturity assessments for multiple government agencies to identify gaps and opportunities.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David Miller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Partner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52 111 2222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david.miller@ae.ey.com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Data Strategy &amp; Roadmap development</a:t>
            </a:r>
          </a:p>
          <a:p>
            <a:r>
              <a:rPr sz="1200"/>
              <a:t>Data Governance frameworks (DAMA-DMBOK)</a:t>
            </a:r>
          </a:p>
          <a:p>
            <a:r>
              <a:rPr sz="1200"/>
              <a:t>Modern Data Stack: Snowflake, dbt, Fivetran</a:t>
            </a:r>
          </a:p>
          <a:p>
            <a:r>
              <a:rPr sz="1200"/>
              <a:t>Master Data Management (MDM) and Metadata Management</a:t>
            </a:r>
          </a:p>
          <a:p>
            <a:r>
              <a:rPr sz="1200"/>
              <a:t>Data Privacy and Compliance (GDPR, local regulations)</a:t>
            </a:r>
          </a:p>
          <a:p>
            <a:r>
              <a:rPr sz="1200"/>
              <a:t>Change management and organizational design for data teams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263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2026-02-06T13:28:30Z</dcterms:modified>
</cp:coreProperties>
</file>