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Developed a comprehensive model monitoring dashboard to track drift, bias, and performance in real-time.</a:t>
            </a:r>
          </a:p>
          <a:p>
            <a:r>
              <a:rPr sz="1200"/>
              <a:t>Automated the provisioning of GPU-enabled Kubernetes clusters for large-scale model training.</a:t>
            </a:r>
          </a:p>
          <a:p>
            <a:r>
              <a:rPr sz="1200"/>
              <a:t>Established best practices for versioning data, code, and models to ensure reproducibility.</a:t>
            </a:r>
          </a:p>
          <a:p>
            <a:r>
              <a:rPr sz="1200"/>
              <a:t>Conducted workshops for data scientists on MLOps principles and tool adoption.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Priya is an ML Engineer in the Telecom practice, focusing on </a:t>
            </a:r>
            <a:r>
              <a:rPr sz="1200" dirty="0" err="1"/>
              <a:t>MLOps</a:t>
            </a:r>
            <a:r>
              <a:rPr sz="1200" dirty="0"/>
              <a:t> and scalable AI infrastructure.</a:t>
            </a:r>
          </a:p>
          <a:p>
            <a:r>
              <a:rPr sz="1200" dirty="0"/>
              <a:t>She specializes in building robust CI/CD pipelines for machine learning and managing model lifecycles at scale.</a:t>
            </a:r>
          </a:p>
          <a:p>
            <a:r>
              <a:rPr sz="1200" dirty="0"/>
              <a:t>Priya holds a BTech in Electronics and Communication from IIT Delhi.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Architected an end-to-end MLOps platform for a major telecom provider, supporting 20+ production models.</a:t>
            </a:r>
          </a:p>
          <a:p>
            <a:r>
              <a:rPr sz="1200"/>
              <a:t>Implemented automated model retraining and deployment pipelines, reducing time-to-market from weeks to days.</a:t>
            </a:r>
          </a:p>
          <a:p>
            <a:r>
              <a:rPr sz="1200"/>
              <a:t>Designed a centralized feature store to promote feature reuse across different data science teams.</a:t>
            </a:r>
          </a:p>
          <a:p>
            <a:r>
              <a:rPr sz="1200"/>
              <a:t>Optimized AWS SageMaker costs by 30% through the implementation of spot instances and auto-scaling.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Priya Sharma</a:t>
            </a: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FF0000"/>
                </a:solidFill>
                <a:latin typeface="+mn-lt"/>
              </a:rPr>
              <a:t>Senior Consultant</a:t>
            </a: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58 777 8888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priya.sharma@ae.ey.com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MLOps frameworks: MLflow, Kubeflow, and DVC</a:t>
            </a:r>
          </a:p>
          <a:p>
            <a:r>
              <a:rPr sz="1200"/>
              <a:t>Cloud Infrastructure: AWS (S3, Glue, SageMaker, Lambda)</a:t>
            </a:r>
          </a:p>
          <a:p>
            <a:r>
              <a:rPr sz="1200"/>
              <a:t>Containerization &amp; Orchestration: Docker, Kubernetes, Helm</a:t>
            </a:r>
          </a:p>
          <a:p>
            <a:r>
              <a:rPr sz="1200"/>
              <a:t>CI/CD tools: Jenkins, GitLab CI, GitHub Actions</a:t>
            </a:r>
          </a:p>
          <a:p>
            <a:r>
              <a:rPr sz="1200"/>
              <a:t>Infrastructure as Code (IaC): Terraform, CloudFormation</a:t>
            </a:r>
          </a:p>
          <a:p>
            <a:r>
              <a:rPr sz="1200"/>
              <a:t>Python and Bash scripting for automation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265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2026-02-06T13:27:23Z</dcterms:modified>
</cp:coreProperties>
</file>