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Designed interactive dashboards in Power BI to visualize real-time energy consumption and grid health.</a:t>
            </a:r>
          </a:p>
          <a:p>
            <a:r>
              <a:rPr sz="1200"/>
              <a:t>Conducted root cause analysis on grid outages using advanced statistical techniques and sensor data.</a:t>
            </a:r>
          </a:p>
          <a:p>
            <a:r>
              <a:rPr sz="1200"/>
              <a:t>Collaborated with domain experts to integrate weather data into load forecasting models.</a:t>
            </a:r>
          </a:p>
          <a:p>
            <a:r>
              <a:rPr sz="1200"/>
              <a:t>Developed a framework for evaluating the ROI of AI initiatives in the energy sector.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Michael is a Data Scientist in the Energy &amp; Utilities practice, specializing in time-series forecasting and optimization.</a:t>
            </a:r>
          </a:p>
          <a:p>
            <a:r>
              <a:rPr sz="1200" dirty="0"/>
              <a:t>He has a proven track record of delivering predictive maintenance and load forecasting solutions for major utility companies.</a:t>
            </a:r>
          </a:p>
          <a:p>
            <a:r>
              <a:rPr sz="1200" dirty="0"/>
              <a:t>Michael holds an MSc in Statistics from University College Dublin.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Developed a demand forecasting model for a national power grid, improving accuracy by 15% and reducing operational costs.</a:t>
            </a:r>
          </a:p>
          <a:p>
            <a:r>
              <a:rPr sz="1200"/>
              <a:t>Implemented a predictive maintenance system for wind turbines, identifying potential failures 2 weeks in advance.</a:t>
            </a:r>
          </a:p>
          <a:p>
            <a:r>
              <a:rPr sz="1200"/>
              <a:t>Built a scalable data processing pipeline on Azure Databricks to handle terabytes of smart meter data.</a:t>
            </a:r>
          </a:p>
          <a:p>
            <a:r>
              <a:rPr sz="1200"/>
              <a:t>Optimized energy distribution schedules using genetic algorithms, resulting in a 5% reduction in transmission losses.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Michael O'Connor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Assistant Manager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54 333 4444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michael.oconnor@ae.ey.com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Time-series forecasting: Prophet, ARIMA, LSTMs</a:t>
            </a:r>
          </a:p>
          <a:p>
            <a:r>
              <a:rPr sz="1200"/>
              <a:t>Optimization: Linear Programming, Genetic Algorithms</a:t>
            </a:r>
          </a:p>
          <a:p>
            <a:r>
              <a:rPr sz="1200"/>
              <a:t>Cloud Platforms: Azure (Data Factory, Synapse, ML Studio)</a:t>
            </a:r>
          </a:p>
          <a:p>
            <a:r>
              <a:rPr sz="1200"/>
              <a:t>Databricks and Apache Spark for large-scale data processing</a:t>
            </a:r>
          </a:p>
          <a:p>
            <a:r>
              <a:rPr sz="1200"/>
              <a:t>Python (Pandas, Statsmodels) and R for statistical modeling</a:t>
            </a:r>
          </a:p>
          <a:p>
            <a:r>
              <a:rPr sz="1200"/>
              <a:t>Data Modeling for IoT and sensor data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273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2026-02-06T13:27:46Z</dcterms:modified>
</cp:coreProperties>
</file>